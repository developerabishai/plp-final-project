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Symptom Genius – The Future of Smart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next-gen AI platform that analyzes symptoms, predicts possible diseases, and connects users with verified doctors.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Millions rely on Google for self-diagnosis, leading to misinformation.</a:t>
            </a:r>
          </a:p>
          <a:p>
            <a:r>
              <a:t>• Rural areas lack access to doctors.</a:t>
            </a:r>
          </a:p>
          <a:p>
            <a:r>
              <a:t>• Healthcare is reactive, not preventive.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Symptom Genius uses Python-powered ML to:</a:t>
            </a:r>
          </a:p>
          <a:p>
            <a:r>
              <a:t>• Analyze symptoms via text or voice.</a:t>
            </a:r>
          </a:p>
          <a:p>
            <a:r>
              <a:t>• Predict potential conditions.</a:t>
            </a:r>
          </a:p>
          <a:p>
            <a:r>
              <a:t>• Recommend doctors instantly.</a:t>
            </a:r>
          </a:p>
          <a:p>
            <a:r>
              <a:t>• Learn and improve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AI Symptom Analyzer</a:t>
            </a:r>
          </a:p>
          <a:p>
            <a:r>
              <a:t>🗣️ Voice + Chat Interface</a:t>
            </a:r>
          </a:p>
          <a:p>
            <a:r>
              <a:t>🧬 Health Prediction Engine</a:t>
            </a:r>
          </a:p>
          <a:p>
            <a:r>
              <a:t>💊 Doctor Connect System</a:t>
            </a:r>
          </a:p>
          <a:p>
            <a:r>
              <a:t>🧾 Medical Report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AI/ML: Python (TensorFlow, Scikit-learn, PyTorch)</a:t>
            </a:r>
          </a:p>
          <a:p>
            <a:r>
              <a:t>• Backend: Django / FastAPI</a:t>
            </a:r>
          </a:p>
          <a:p>
            <a:r>
              <a:t>• Frontend: React + Tailwind</a:t>
            </a:r>
          </a:p>
          <a:p>
            <a:r>
              <a:t>• Database: PostgreSQL + MongoDB</a:t>
            </a:r>
          </a:p>
          <a:p>
            <a:r>
              <a:t>• Hosting: AWS / HuggingFace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health market: $650+ billion by 2030.</a:t>
            </a:r>
          </a:p>
          <a:p>
            <a:r>
              <a:t>• 5B smartphone users ready for AI healthcare.</a:t>
            </a:r>
          </a:p>
          <a:p>
            <a:r>
              <a:t>• Integration with wearable health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Patients with limited access to professionals.</a:t>
            </a:r>
          </a:p>
          <a:p>
            <a:r>
              <a:t>• Telemedicine platforms &amp; clinics.</a:t>
            </a:r>
          </a:p>
          <a:p>
            <a:r>
              <a:t>• Governments &amp; NGOs promoting health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Freemium model: free diagnosis, paid premium reports.</a:t>
            </a:r>
          </a:p>
          <a:p>
            <a:r>
              <a:t>• Subscriptions for hospitals.</a:t>
            </a:r>
          </a:p>
          <a:p>
            <a:r>
              <a:t>• API integration for telehealth partners.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Learns from real user data.</a:t>
            </a:r>
          </a:p>
          <a:p>
            <a:r>
              <a:t>• Combines diagnostic AI + doctor linkage.</a:t>
            </a:r>
          </a:p>
          <a:p>
            <a:r>
              <a:t>• Open-source friendly for collaboration.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misdiagnosis by 70%.</a:t>
            </a:r>
          </a:p>
          <a:p>
            <a:r>
              <a:t>• Saves millions of hospital hours.</a:t>
            </a:r>
          </a:p>
          <a:p>
            <a:r>
              <a:t>• Makes healthcare smarter and accessible.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👤 Founder: Abishai (bebs 😍) – AI Developer &amp; Innovator</a:t>
            </a:r>
          </a:p>
          <a:p>
            <a:r>
              <a:t>🌍 Vision: AI bridging the healthcare gap — everyone, everywhere, anytime.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